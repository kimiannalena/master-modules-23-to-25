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2"/>
              </a:highlight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0f830cb847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0f830cb84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f830cb84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f830cb84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1fa4e3d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e1fa4e3d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f830cb847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0f830cb847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0505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af1c00b0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3af1c00b0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0f830cb84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0f830cb84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f830cb847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0f830cb84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f830cb847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f830cb847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857750" y="18990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   Module 2: </a:t>
            </a:r>
            <a:r>
              <a:rPr lang="en" sz="2700">
                <a:latin typeface="Arial"/>
                <a:ea typeface="Arial"/>
                <a:cs typeface="Arial"/>
                <a:sym typeface="Arial"/>
              </a:rPr>
              <a:t>Advanced IT Security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209400" y="37715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Cristina STOLOJESCU-CRISAN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4432625" y="21359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>
                <a:highlight>
                  <a:schemeClr val="dk1"/>
                </a:highlight>
              </a:rPr>
              <a:t>Cryptography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27775" y="5610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dk1"/>
                </a:highlight>
              </a:rPr>
              <a:t>Cryptography</a:t>
            </a:r>
            <a:endParaRPr b="1" sz="3700">
              <a:highlight>
                <a:schemeClr val="dk1"/>
              </a:highlight>
            </a:endParaRPr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/>
              <a:t>Cryptography</a:t>
            </a:r>
            <a:r>
              <a:rPr lang="en" sz="1500"/>
              <a:t> = the science of making and breaking secret codes</a:t>
            </a:r>
            <a:endParaRPr sz="15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only the intended recipient can read or process it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greek origin: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κρυπτός kryptós (hidden)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γράφειν gráfein (to write)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by storing and transmitting encrypted data -&gt; data protection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mathematical methods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500"/>
              <a:t>1975</a:t>
            </a:r>
            <a:r>
              <a:rPr lang="en" sz="1500"/>
              <a:t> - IBM - DES (Data Encryption Standard)</a:t>
            </a:r>
            <a:endParaRPr sz="1500"/>
          </a:p>
          <a:p>
            <a:pPr indent="0" lvl="0" marL="45720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Brief History of Cryptography</a:t>
            </a:r>
            <a:endParaRPr b="1"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825" y="1459300"/>
            <a:ext cx="3084349" cy="7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646" y="3070738"/>
            <a:ext cx="1385325" cy="15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7422" y="893747"/>
            <a:ext cx="1587900" cy="15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7500" y="1380625"/>
            <a:ext cx="1926526" cy="11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725" y="2927950"/>
            <a:ext cx="1793300" cy="17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9868" y="2872827"/>
            <a:ext cx="1926525" cy="1903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5470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" sz="2200"/>
              <a:t>Cryptography Terms</a:t>
            </a:r>
            <a:endParaRPr b="1" sz="3500"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Encryption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Plain text -&gt; cipher text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Decryption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Cipher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Key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Steganography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Cryptanalysis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12478" l="6148" r="5769" t="14294"/>
          <a:stretch/>
        </p:blipFill>
        <p:spPr>
          <a:xfrm>
            <a:off x="679075" y="1844550"/>
            <a:ext cx="7785851" cy="23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367550" y="4820400"/>
            <a:ext cx="187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Image source: www.techtarget.com </a:t>
            </a:r>
            <a:endParaRPr i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653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500"/>
              </a:spcAft>
              <a:buNone/>
            </a:pPr>
            <a:r>
              <a:rPr b="1" lang="en"/>
              <a:t>Cryptographic objectives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Confidentiality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Integrity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Non-repudiation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Authentication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Creating Ciphertext</a:t>
            </a:r>
            <a:endParaRPr b="1"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Key management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attacks on the key management system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cipher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 </a:t>
            </a:r>
            <a:r>
              <a:rPr b="1" lang="en"/>
              <a:t>Homework</a:t>
            </a:r>
            <a:endParaRPr b="1"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What happens if someone tries to break an encryption algorithm?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Is encryption really secure?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500"/>
              <a:t>Can encryption algorithms be broken</a:t>
            </a:r>
            <a:r>
              <a:rPr lang="en" sz="1500"/>
              <a:t>?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